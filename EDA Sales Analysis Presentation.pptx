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2ff9c82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2ff9c82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ff9c82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2ff9c82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2ff9c82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2ff9c82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ff9c823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2ff9c823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28650" y="339675"/>
            <a:ext cx="8486700" cy="149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</a:t>
            </a:r>
            <a:r>
              <a:rPr lang="en"/>
              <a:t>performance</a:t>
            </a:r>
            <a:r>
              <a:rPr lang="en"/>
              <a:t>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730625" y="2385188"/>
            <a:ext cx="5488800" cy="8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of regional and customer trends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855475" y="4627925"/>
            <a:ext cx="557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Nandini | july 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 flipH="1" rot="10800000">
            <a:off x="311700" y="4568900"/>
            <a:ext cx="8520600" cy="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817750" y="161372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440300" y="1790850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Which customer segments contribute the most revenue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 flipH="1" rot="10800000">
            <a:off x="980850" y="1341925"/>
            <a:ext cx="348000" cy="31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394075" y="126872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Which </a:t>
            </a:r>
            <a:r>
              <a:rPr lang="en" sz="1800">
                <a:solidFill>
                  <a:schemeClr val="dk1"/>
                </a:solidFill>
              </a:rPr>
              <a:t>regions</a:t>
            </a:r>
            <a:r>
              <a:rPr lang="en" sz="1800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generate the highest sales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980850" y="1864050"/>
            <a:ext cx="348000" cy="315300"/>
          </a:xfrm>
          <a:prstGeom prst="rightArrow">
            <a:avLst>
              <a:gd fmla="val 4708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0850" y="2386175"/>
            <a:ext cx="348000" cy="315300"/>
          </a:xfrm>
          <a:prstGeom prst="rightArrow">
            <a:avLst>
              <a:gd fmla="val 4708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1440300" y="2312975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monthly trends impact sales performance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980850" y="2908300"/>
            <a:ext cx="348000" cy="315300"/>
          </a:xfrm>
          <a:prstGeom prst="rightArrow">
            <a:avLst>
              <a:gd fmla="val 4708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1503100" y="2835100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Actionable</a:t>
            </a:r>
            <a:r>
              <a:rPr lang="en" sz="1800">
                <a:solidFill>
                  <a:schemeClr val="dk2"/>
                </a:solidFill>
              </a:rPr>
              <a:t> recommendations for </a:t>
            </a:r>
            <a:r>
              <a:rPr lang="en" sz="1800">
                <a:solidFill>
                  <a:schemeClr val="dk2"/>
                </a:solidFill>
              </a:rPr>
              <a:t>business</a:t>
            </a:r>
            <a:r>
              <a:rPr lang="en" sz="1800">
                <a:solidFill>
                  <a:schemeClr val="dk2"/>
                </a:solidFill>
              </a:rPr>
              <a:t> growth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2765675" y="297925"/>
            <a:ext cx="91440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by region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11050375" y="4408400"/>
            <a:ext cx="630900" cy="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 title="Sales by R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9199"/>
            <a:ext cx="4342850" cy="26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3812250"/>
            <a:ext cx="613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WEST region generates the highest sales at $710219.6845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374025" y="1298400"/>
            <a:ext cx="108900" cy="15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571675" y="1143600"/>
            <a:ext cx="294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South region has the least sales among all of them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374025" y="1882500"/>
            <a:ext cx="108900" cy="15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5615250" y="1798600"/>
            <a:ext cx="331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Sales in every region are approximately equivalent with minute differences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374025" y="2915700"/>
            <a:ext cx="108900" cy="15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702225" y="2915700"/>
            <a:ext cx="327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 the sales are solely due to the product value rather than it is popular in some regions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1916025" y="227550"/>
            <a:ext cx="86562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by customer segment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0126050" y="3777700"/>
            <a:ext cx="315600" cy="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 title="Sales by Customer Seg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0" y="1265750"/>
            <a:ext cx="4572450" cy="28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415400" y="3949000"/>
            <a:ext cx="374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consumer segment contributes the most revenue at $1148060.333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471900" y="1189625"/>
            <a:ext cx="130500" cy="11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00250" y="1018625"/>
            <a:ext cx="330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Consumer market is always the biggest so the sales are marketed to right people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040700" y="140550"/>
            <a:ext cx="9064200" cy="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Sales Trend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 flipH="1">
            <a:off x="10594025" y="3897325"/>
            <a:ext cx="141000" cy="2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7" title="Monthly Sales 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50" y="1244025"/>
            <a:ext cx="4502951" cy="2784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948225" y="4375775"/>
            <a:ext cx="24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Sales peak in  August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015175" y="1396250"/>
            <a:ext cx="195900" cy="1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5352300" y="1252400"/>
            <a:ext cx="33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Sales are least in June month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015175" y="2005150"/>
            <a:ext cx="195900" cy="1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5667625" y="2103075"/>
            <a:ext cx="349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 to maintain constant sales the set of manufacturing products should be replaced by seasonal products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